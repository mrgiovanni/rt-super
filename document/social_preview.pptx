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3DE7"/>
    <a:srgbClr val="DF3ACF"/>
    <a:srgbClr val="FF47FF"/>
    <a:srgbClr val="FE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94"/>
  </p:normalViewPr>
  <p:slideViewPr>
    <p:cSldViewPr snapToGrid="0">
      <p:cViewPr varScale="1">
        <p:scale>
          <a:sx n="87" d="100"/>
          <a:sy n="87" d="100"/>
        </p:scale>
        <p:origin x="4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4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2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4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3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3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3A34-4611-1B4E-8C13-2981A745252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33CF5-989D-0976-61EB-F39DCA29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ED8D7-531E-A03F-5F40-D3F7871962F7}"/>
              </a:ext>
            </a:extLst>
          </p:cNvPr>
          <p:cNvSpPr txBox="1"/>
          <p:nvPr/>
        </p:nvSpPr>
        <p:spPr>
          <a:xfrm>
            <a:off x="7677898" y="4110338"/>
            <a:ext cx="2932214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RT-</a:t>
            </a:r>
            <a:r>
              <a:rPr lang="en-US" sz="5400" b="1">
                <a:solidFill>
                  <a:srgbClr val="FF0000"/>
                </a:solidFill>
                <a:latin typeface="+mj-lt"/>
              </a:rPr>
              <a:t>Super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540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10</cp:revision>
  <dcterms:created xsi:type="dcterms:W3CDTF">2025-06-22T18:27:16Z</dcterms:created>
  <dcterms:modified xsi:type="dcterms:W3CDTF">2026-06-26T16:45:26Z</dcterms:modified>
</cp:coreProperties>
</file>